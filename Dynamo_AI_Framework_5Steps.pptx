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Step 1  —  The 5-Step Research Writing Framework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896112"/>
            <a:ext cx="804672" cy="804672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E4B"/>
                </a:solidFill>
                <a:latin typeface="Arial"/>
              </a:rPr>
              <a:t>Define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Clarify your research question and scope before writing a single word. A sharp objective saves weeks of rework.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120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E4B"/>
                </a:solidFill>
                <a:latin typeface="Arial"/>
              </a:rPr>
              <a:t>How to execute this step: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86968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24128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097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One-sentence 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408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e.g. "How does AI adoption affect student outcomes in Indian higher education?"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56816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956816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029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Define the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Field, time period, population — be specific, not broad.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9504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89504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9626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Identify your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273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What does existing literature NOT answer? That is your contribution.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22192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22192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8953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Set your success criteria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Target journal, word count, deadline. Know what done looks like.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9472"/>
            <a:ext cx="11155680" cy="58521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Key Outcome: A clear, testable research objective written in one sentence.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Tip:  Narrow scope = deeper contribution. Broad topics make weak papers.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Step 2  —  The 5-Step Research Writing Framework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896112"/>
            <a:ext cx="804672" cy="804672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E4B"/>
                </a:solidFill>
                <a:latin typeface="Arial"/>
              </a:rPr>
              <a:t>Generate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Use AI to build a complete outline before writing anything. A solid structure prevents writer's block and keeps every section aligned with your objective.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120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E4B"/>
                </a:solidFill>
                <a:latin typeface="Arial"/>
              </a:rPr>
              <a:t>How to execute this step: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86968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24128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097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Generate a full outline with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408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Prompt: "Outline a journal article on [topic] for [target journal]."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56816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956816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029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Standard sections to include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Introduction · Literature Review · Methodology · Results · Discussion · 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9504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89504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9626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Customise for your paper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273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Conference papers are 8 pages. Theses have separate chapters. Adjust accordingly.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22192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22192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8953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Assign target word 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e.g. Introduction 600w · Methods 800w · Discussion 1,200w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9472"/>
            <a:ext cx="11155680" cy="58521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Key Outcome: A section-by-section blueprint ready for drafting in Step 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Tip:  Edit the outline until every section feels essential — AI is the scaffolding, you are the architect.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Step 3  —  The 5-Step Research Writing Framework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896112"/>
            <a:ext cx="804672" cy="804672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E4B"/>
                </a:solidFill>
                <a:latin typeface="Arial"/>
              </a:rPr>
              <a:t>Draft Strategically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Write one section at a time using AI assistance. The goal here is a complete rough draft — not perfection. Speed and coverage now, polish in Step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120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E4B"/>
                </a:solidFill>
                <a:latin typeface="Arial"/>
              </a:rPr>
              <a:t>How to execute this step: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86968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24128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097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One section at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408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Prompt: "Draft the Introduction (600 words) for a paper on [topic], formal academic tone."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56816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956816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029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Insert your own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AI cannot know your results. Paste in your numbers, tables, and observations directly.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9504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89504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9626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Mark citations as placeholders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273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Write [CITE] wherever a reference is needed. Verify all sources in Step 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22192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22192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8953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Don't edit while drafting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Finish the full draft first — editing mid-draft kills momentum.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9472"/>
            <a:ext cx="11155680" cy="58521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Key Outcome: A complete rough draft covering every section from introduction to conclusion.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Tip:  A bad first draft you can edit is infinitely better than a blank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Step 4  —  The 5-Step Research Writing Framework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896112"/>
            <a:ext cx="804672" cy="804672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E4B"/>
                </a:solidFill>
                <a:latin typeface="Arial"/>
              </a:rPr>
              <a:t>Verify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Every claim needs a real, verifiable source. This is the step most researchers skip — and the one that decides whether a paper passes peer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120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E4B"/>
                </a:solidFill>
                <a:latin typeface="Arial"/>
              </a:rPr>
              <a:t>How to execute this step: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86968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24128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097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Resolve every [CITE] placeholder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408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Search Dynamo AI Citation Checker or Google Scholar for each claim.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56816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956816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029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Verify AI-suggested 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AI hallucinates citations. Check every DOI before including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9504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89504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9626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Confirm all statistics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273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e.g. "80% of researchers…" — find the original source or remove the stat.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22192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22192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8953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Run a plagiarism 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Use Dynamo AI's detector. Target below 15% similarity before submission.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9472"/>
            <a:ext cx="11155680" cy="58521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Key Outcome: Every claim in the paper has a verified, real, citeable source.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Tip:  One fabricated citation can get a paper retracted. Verification is non-negotiable.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Arial"/>
              </a:rPr>
              <a:t>Step 5  —  The 5-Step Research Writing Framework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896112"/>
            <a:ext cx="804672" cy="804672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896112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E4B"/>
                </a:solidFill>
                <a:latin typeface="Arial"/>
              </a:rPr>
              <a:t>Refine and Humanize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Transform a well-structured, evidenced draft into a paper that is genuinely yours. Add your voice, your insight, your expertise. This is what separates accepted from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120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B2E4B"/>
                </a:solidFill>
                <a:latin typeface="Arial"/>
              </a:rPr>
              <a:t>How to execute this step: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886968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24128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24128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0972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Add your unique perspective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4081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Where does your fieldwork, data, or expertise say something AI cannot?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956816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956816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0299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Rephrase in your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Read each paragraph aloud. Rewrite anything that doesn't sound like you.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89504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89504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96265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Check argument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273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Read the full paper in one sitting. Does every section build on the last?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22192"/>
            <a:ext cx="55778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22192"/>
            <a:ext cx="50292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1656" y="38953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Final proofread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B5563"/>
                </a:solidFill>
                <a:latin typeface="Arial"/>
              </a:rPr>
              <a:t>Tense, abbreviations, figure captions, reference formatting — check each once.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19472"/>
            <a:ext cx="11155680" cy="58521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983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Key Outcome: A submission-ready paper that reflects your voice and original thinking.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509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Tip:  The final polish separates good papers from great ones. Reserve time for this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