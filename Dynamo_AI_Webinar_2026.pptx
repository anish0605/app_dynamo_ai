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yna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WEBINAR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Research Smarter,
Publish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237744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Arial"/>
              </a:rPr>
              <a:t>The AI-Powered Future of Academic Research
A practical workshop for researchers, PhD scholars &amp; 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Anish Krisna
Founder, Dynamo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64282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B2E4B"/>
                </a:solidFill>
                <a:latin typeface="Arial"/>
              </a:rPr>
              <a:t>"Researchers don't need another AI chatbot.
They need one intelligent
research workspace."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2588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37490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AI-Powered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4348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Cite &amp; Verify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51206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Gap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Why Are We Here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Arial"/>
              </a:rPr>
              <a:t>How many of you have experienced at least one of these?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Spending weeks on literature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Not knowing if your research idea is truly novel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16352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958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Struggling with citations and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9584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Fear of accidental plagiarism before submission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816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Drowning in information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816352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52958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    Pressure to publish — limited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29584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Arial"/>
              </a:rPr>
              <a:t>You are not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Reality of Research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1B2E4B"/>
                </a:solidFill>
                <a:latin typeface="Arial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Arial"/>
              </a:rPr>
              <a:t>of research time is spent
searching, organizing &amp; rewriting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463040"/>
            <a:ext cx="256032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SEARCHING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182880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560320"/>
            <a:ext cx="182880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FORMATTING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560320"/>
            <a:ext cx="265176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657600"/>
            <a:ext cx="4663440" cy="6858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E4B"/>
                </a:solidFill>
                <a:latin typeface="Arial"/>
              </a:rPr>
              <a:t>ACTUAL DISCOVERY  —  only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B2E4B"/>
                </a:solidFill>
                <a:latin typeface="Arial"/>
              </a:rPr>
              <a:t>Researchers deserve to spend more time on discovery, less on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I Didn't Set Out to Build
Another AI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5120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91440" cy="11887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1 Conference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Took me 6 months — juggling tools, papers, and citations.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5120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91440" cy="11887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387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After Dynamo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The same quality paper — done in 1 week. 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I kept seeing the same pattern: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69464"/>
            <a:ext cx="164592" cy="1645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2316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Brilliant researchers spending hours finding papers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63824"/>
            <a:ext cx="164592" cy="1645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01752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Struggling to organize notes and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58184"/>
            <a:ext cx="164592" cy="1645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61188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Unsure whether their idea was truly novel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352544"/>
            <a:ext cx="164592" cy="1645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2062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Pressure to publish faster with limited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946904"/>
            <a:ext cx="164592" cy="1645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80060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Jumping between multiple disconnected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B2E4B"/>
                </a:solidFill>
                <a:latin typeface="Arial"/>
              </a:rPr>
              <a:t>I built Dynamo AI so researchers spend more time discovering
and less time managing.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Current Research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AI Writing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50876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18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AI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50876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18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AI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50876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618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Search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63347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Scite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Citation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263347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2743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Consensus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Paper 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263347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743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Zotero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Reference Mgmt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3144" y="263347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2743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Mendeley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PDF Library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758184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679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Turnitin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261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Plagiarism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47288" y="3758184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8679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Grammarly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4261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Writing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0216" y="3758184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38679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EndNote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4261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Citations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3144" y="3758184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38679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ResearchRabbit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42611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Discovery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These are excellent tools — but researchers are forced to jump between all of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Problem With Existing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Browser Tabs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Broken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Context switching kills deep thinking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Multiple 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Cost adds up — and nothing integrates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No Single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Work scattered across tools and 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B2E4B"/>
                </a:solidFill>
                <a:latin typeface="Arial"/>
              </a:rPr>
              <a:t>Does this look familiar?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"/>
              </a:rPr>
              <a:t>"Researchers don't need
another AI chatbot.
They need one intelligent
research workspace."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Arial"/>
              </a:rPr>
              <a:t>Dynamo AI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B308"/>
                </a:solidFill>
                <a:latin typeface="Arial"/>
              </a:rPr>
              <a:t>All in one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961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Arial"/>
              </a:rPr>
              <a:t>Let me show you how modern researchers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AI-Powered Research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Gap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Writing &amp; Drafting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Citation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Plagiarism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828800"/>
            <a:ext cx="1261872" cy="65836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E4B"/>
                </a:solidFill>
                <a:latin typeface="Arial"/>
              </a:rP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7856" y="2130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5872" y="1828800"/>
            <a:ext cx="1261872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Publication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34640"/>
            <a:ext cx="2560320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Define your question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834640"/>
            <a:ext cx="2560320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Find existing knowledge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834640"/>
            <a:ext cx="2560320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Spot what's missing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834640"/>
            <a:ext cx="2834640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0808" y="29443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Draft with AI assistance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595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Dynamo AI supports every stage of this workflow — in one unified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From Blank Page to First Draft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Traditional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Research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Create outline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626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First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  Rewrite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  Rewrite again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  Rewrite (weeks of effort)...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AI-Assisted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1.  Define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2.  Generate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626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3.  Draft section-by-section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38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4.  Refine with your 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5.  Finalize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10972800" cy="7772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Example Prompt:  "Draft the Introduction for a paper on AI adoption in higher education using a formal academic tone."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5-Step Research Writing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7863" y="1645920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7863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Define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Clarify your research question and scope before writing a single word.</a:t>
            </a:r>
          </a:p>
        </p:txBody>
      </p:sp>
      <p:sp>
        <p:nvSpPr>
          <p:cNvPr id="14" name="Oval 13"/>
          <p:cNvSpPr/>
          <p:nvPr/>
        </p:nvSpPr>
        <p:spPr>
          <a:xfrm>
            <a:off x="3410710" y="1645920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7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0047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710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7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Generate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7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AI builds a logical outline — introduction, methods, discussion, conclusion.</a:t>
            </a:r>
          </a:p>
        </p:txBody>
      </p:sp>
      <p:sp>
        <p:nvSpPr>
          <p:cNvPr id="20" name="Oval 19"/>
          <p:cNvSpPr/>
          <p:nvPr/>
        </p:nvSpPr>
        <p:spPr>
          <a:xfrm>
            <a:off x="5623557" y="1645920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894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82894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57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4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Draft Strategically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4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Write section-by-section with AI assistance, maintaining your academic voice.</a:t>
            </a:r>
          </a:p>
        </p:txBody>
      </p:sp>
      <p:sp>
        <p:nvSpPr>
          <p:cNvPr id="26" name="Oval 25"/>
          <p:cNvSpPr/>
          <p:nvPr/>
        </p:nvSpPr>
        <p:spPr>
          <a:xfrm>
            <a:off x="7836404" y="1645920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1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95741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36404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1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Verify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1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Cross-check claims against real papers and sources. Validate every fact.</a:t>
            </a:r>
          </a:p>
        </p:txBody>
      </p:sp>
      <p:sp>
        <p:nvSpPr>
          <p:cNvPr id="32" name="Oval 31"/>
          <p:cNvSpPr/>
          <p:nvPr/>
        </p:nvSpPr>
        <p:spPr>
          <a:xfrm>
            <a:off x="10049251" y="1645920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08588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08588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49251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28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Refine and Humanize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28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Add your expertise, insights, and perspective. Make it genuinely yours.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This framework applies to journal articles, conference papers, theses, and research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Literature Reviews Without the Chaos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Traditional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Download 50+ PDFs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7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Highlight and annotate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Lose track of 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5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Start over when gaps appear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5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Hours lost — weeks of 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120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The Smarter Way (Dynamo 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848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Upload papers — Dynamo reads them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7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Extract key insights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723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Compare findings across papers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5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Organize by theme with one click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9935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Build synthesis in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109728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634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Example:  "Summarize the impact of Artificial Intelligence on Student Learning Outcomes" — themes identified in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See the Bigger Picture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Arial"/>
              </a:rPr>
              <a:t>Topic: Impact of AI on Higher Education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411480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029968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965960"/>
            <a:ext cx="457200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029968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Implication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3774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Student 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42316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Increased participation in AI-assisted courses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423160"/>
            <a:ext cx="45720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Interactive tools improve attendance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81528"/>
            <a:ext cx="237744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81528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72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Learning Outcomes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081528"/>
            <a:ext cx="41148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1729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Mixed evidence — strong in STEM, weaker in humanities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81528"/>
            <a:ext cx="45720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1729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Context matters significantly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39896"/>
            <a:ext cx="23774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39896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31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Personalization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739896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8313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Positive impact on self-paced learning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739896"/>
            <a:ext cx="45720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8313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AI tutors adapt to student 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98264"/>
            <a:ext cx="237744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398264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897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Ethics &amp; Privacy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398264"/>
            <a:ext cx="41148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44897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Privacy concerns around data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398264"/>
            <a:ext cx="45720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48970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Policy gaps need urgent attention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2E4B"/>
                </a:solidFill>
                <a:latin typeface="Arial"/>
              </a:rPr>
              <a:t>Instead of reading dozens of papers separately, researchers immediately identify patterns and contradictions.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Finding Research Gaps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Gap Discovery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Known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140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96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Emerging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27248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Contradictions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0752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Underrepresented Populations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24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34256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Methodological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3474720" cy="4937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Research Gap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4630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Example: AI in Higher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3200400" cy="292608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965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Existing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Undergraduate students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852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Student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3284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Learning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039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Developed countries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920240"/>
            <a:ext cx="3383280" cy="292608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Arial"/>
              </a:rPr>
              <a:t>Missing Areas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Rural institutions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8529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Faculty adoption barriers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3284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Long-term impacts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8039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Developing countries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4983480"/>
            <a:ext cx="6858000" cy="685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50292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EAB308"/>
                </a:solidFill>
                <a:latin typeface="Arial"/>
              </a:rPr>
              <a:t>"How do faculty in developing countries adopt AI-assisted teaching practices?"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A Simple Formula for Discovering Novel Ideas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Known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What the existing research has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Conflicting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Where studies contradict each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Understudied Populations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Groups not yet represented in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96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Emerging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New phenomena that need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20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B308"/>
                </a:solidFill>
                <a:latin typeface="Arial"/>
              </a:rPr>
              <a:t>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160520"/>
            <a:ext cx="6263640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224528"/>
            <a:ext cx="6263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E4B"/>
                </a:solidFill>
                <a:latin typeface="Arial"/>
              </a:rPr>
              <a:t>RESEARCH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Dynamo AI's Research Gap feature applies this formula automatically — surfacing opportunities you might have missed.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AI Research Workflow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Upload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PDF, DOCX, TXT — Dynamo reads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Extract Themes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Automatic topic clustering and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Draft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AI generates structured academic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0264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Validate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Cross-check against real publications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10972800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702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Result: A fully structured, cited, verified research draft — in a fraction of the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AI Research
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Chat directly with your research papers. Compare authors. Explore contradictions.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What you can do: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Chat with PDFs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Upload any paper and ask questions in plain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Compare 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See where researchers agree, disagree, and contradict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Extract Key Arguments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Pull the core claims from any document instantly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Build Literature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Organize findings across multiple papers visually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AI Content
Detector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Review your writing for AI-generated signals before journal submission.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Built for academic integrity: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AI Score 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Visual 0-100 score showing AI-generation probability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Writing Pattern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Detects unnaturally uniform sentence structure and vocabulary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Originality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Plagiarism check against web sources and academic papers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Actionable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Specific signals highlighted so you can refine your writing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Citation
Checker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Fix missing, broken, and unverified references before they cost you a rejection.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What it checks: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Missing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Identifies claims made without supporting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Broken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Flags citations that can't be verified in academic databases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Format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Checks APA, MLA, Chicago, Harvard compliance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DOI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Confirms each paper actually exists and is retrievable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Research
Watcher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Monitor emerging publications in your field — without manual searching.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Never miss a relevant paper again: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Topic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Set up keywords — get notified when new papers are published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Author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Follow specific researchers and see their latest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Journal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Track new issues from your target journals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Weekly Digest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Curated summary of what's new in your research area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B308"/>
                </a:solidFill>
                <a:latin typeface="Arial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See Dynamo AI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246120"/>
            <a:ext cx="38404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2606040" cy="59436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1.  Upload a research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3520440"/>
            <a:ext cx="2606040" cy="59436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547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2.  Extract themes and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520440"/>
            <a:ext cx="2606040" cy="59436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47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3.  Find research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520440"/>
            <a:ext cx="2606040" cy="59436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547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4.  Draft an Introduction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B308"/>
                </a:solidFill>
                <a:latin typeface="Arial"/>
              </a:rPr>
              <a:t>app.dynamoai.in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2E4B"/>
                </a:solidFill>
                <a:latin typeface="Arial"/>
              </a:rPr>
              <a:t>We Are Building Dynamo AI
With Researchers Like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Arial"/>
              </a:rPr>
              <a:t>Your feedback is not just welcome — it shapes every feature we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Your Voice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Every piece of feedback directly influences our product roadmap.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Real Research. Real Problems.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We focus on what actually slows researchers down — not assumptions.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2336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Built for Indian Academia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Designed with the constraints, workflows, and goals of local researchers.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Continuous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Weekly updates based on what our validation community tells 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B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E4B"/>
                </a:solidFill>
                <a:latin typeface="Arial"/>
              </a:rPr>
              <a:t>EXCLUSIVE FOR WEBINAR ATTENDEES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2E4B"/>
                </a:solidFill>
                <a:latin typeface="Arial"/>
              </a:rPr>
              <a:t>14 Days of Dynamo AI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B2E4B"/>
                </a:solidFill>
                <a:latin typeface="Arial"/>
              </a:rPr>
              <a:t>Completely Free — No Strings Attached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788920"/>
            <a:ext cx="4846320" cy="457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3154680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300 AI Research Messages /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154680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100 AI-Generated Images /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685032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547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Full Literature Review &amp; Gap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685032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3547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AI Detector + Plagiarism Checker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4215384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Citation Checker + Research Watcher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215384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Priority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59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E4B"/>
                </a:solidFill>
                <a:latin typeface="Arial"/>
              </a:rPr>
              <a:t>How to claim: Fill out the feedback form at the end of this session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yna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4526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From Research
Overwhelm to
Research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17720"/>
            <a:ext cx="237744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Arial"/>
              </a:rPr>
              <a:t>Anish Krisna
Founder, Dynamo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731520"/>
            <a:ext cx="6382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Arial"/>
              </a:rPr>
              <a:t>What happens next?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261872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417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630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Fill out the feedback form in the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488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Receive your Pro invite code privately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889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346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Visit app.dynamoai.in and sign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4747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204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Enter your code — start your 14-day Pro 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1605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2062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Share your experience — help us build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5440680"/>
            <a:ext cx="6382512" cy="56692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5486400"/>
            <a:ext cx="6199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E4B"/>
                </a:solidFill>
                <a:latin typeface="Arial"/>
              </a:rPr>
              <a:t>app.dynamoai.in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